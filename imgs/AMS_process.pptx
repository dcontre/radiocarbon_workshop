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22CC55-652F-0F49-9DD0-D10F4E427245}" type="doc">
      <dgm:prSet loTypeId="urn:microsoft.com/office/officeart/2005/8/layout/chevron1" loCatId="" qsTypeId="urn:microsoft.com/office/officeart/2005/8/quickstyle/simple2" qsCatId="simple" csTypeId="urn:microsoft.com/office/officeart/2005/8/colors/accent1_3" csCatId="accent1" phldr="1"/>
      <dgm:spPr/>
    </dgm:pt>
    <dgm:pt modelId="{9E9CC50F-E518-F84F-B32A-455891D9DB83}">
      <dgm:prSet phldrT="[Text]" custT="1"/>
      <dgm:spPr/>
      <dgm:t>
        <a:bodyPr/>
        <a:lstStyle/>
        <a:p>
          <a:r>
            <a:rPr lang="en-US" sz="15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pretreatment</a:t>
          </a:r>
        </a:p>
      </dgm:t>
    </dgm:pt>
    <dgm:pt modelId="{3D4EF982-F0FC-D640-A770-F715F11BFC81}" type="parTrans" cxnId="{911BD516-2EE8-1D4E-891A-FA1D9590A9B5}">
      <dgm:prSet/>
      <dgm:spPr/>
      <dgm:t>
        <a:bodyPr/>
        <a:lstStyle/>
        <a:p>
          <a:endParaRPr lang="en-US"/>
        </a:p>
      </dgm:t>
    </dgm:pt>
    <dgm:pt modelId="{6B14FF89-4AF4-5245-AD21-F8AEDDBC0F63}" type="sibTrans" cxnId="{911BD516-2EE8-1D4E-891A-FA1D9590A9B5}">
      <dgm:prSet/>
      <dgm:spPr/>
      <dgm:t>
        <a:bodyPr/>
        <a:lstStyle/>
        <a:p>
          <a:endParaRPr lang="en-US"/>
        </a:p>
      </dgm:t>
    </dgm:pt>
    <dgm:pt modelId="{FEA32CE6-DB7B-7141-9D0B-90CDB64F15AD}">
      <dgm:prSet phldrT="[Text]" custT="1"/>
      <dgm:spPr/>
      <dgm:t>
        <a:bodyPr/>
        <a:lstStyle/>
        <a:p>
          <a:r>
            <a:rPr lang="en-US" sz="15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combustion to CO</a:t>
          </a:r>
          <a:r>
            <a:rPr lang="en-US" sz="1500" baseline="-250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2</a:t>
          </a:r>
        </a:p>
      </dgm:t>
    </dgm:pt>
    <dgm:pt modelId="{3D048670-725D-3C49-B12D-40A64DDD6EEB}" type="parTrans" cxnId="{F5BE91EC-CD81-5549-B112-4D7BB27BED7D}">
      <dgm:prSet/>
      <dgm:spPr/>
      <dgm:t>
        <a:bodyPr/>
        <a:lstStyle/>
        <a:p>
          <a:endParaRPr lang="en-US"/>
        </a:p>
      </dgm:t>
    </dgm:pt>
    <dgm:pt modelId="{709DAAC4-90A3-AC4E-8328-361A5C03A511}" type="sibTrans" cxnId="{F5BE91EC-CD81-5549-B112-4D7BB27BED7D}">
      <dgm:prSet/>
      <dgm:spPr/>
      <dgm:t>
        <a:bodyPr/>
        <a:lstStyle/>
        <a:p>
          <a:endParaRPr lang="en-US"/>
        </a:p>
      </dgm:t>
    </dgm:pt>
    <dgm:pt modelId="{5E53E07F-BF1B-3741-AF6A-A218BBC1D5BF}">
      <dgm:prSet phldrT="[Text]" custT="1"/>
      <dgm:spPr/>
      <dgm:t>
        <a:bodyPr/>
        <a:lstStyle/>
        <a:p>
          <a:r>
            <a:rPr lang="en-US" sz="15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graphitization</a:t>
          </a:r>
        </a:p>
      </dgm:t>
    </dgm:pt>
    <dgm:pt modelId="{82D070B7-0779-9B4C-9DDD-6C045C613E90}" type="parTrans" cxnId="{622C6649-3921-B242-A3BA-F60EFFCC39C0}">
      <dgm:prSet/>
      <dgm:spPr/>
      <dgm:t>
        <a:bodyPr/>
        <a:lstStyle/>
        <a:p>
          <a:endParaRPr lang="en-US"/>
        </a:p>
      </dgm:t>
    </dgm:pt>
    <dgm:pt modelId="{6285DEEF-98B7-734E-8C0B-3898C72CE8B1}" type="sibTrans" cxnId="{622C6649-3921-B242-A3BA-F60EFFCC39C0}">
      <dgm:prSet/>
      <dgm:spPr/>
      <dgm:t>
        <a:bodyPr/>
        <a:lstStyle/>
        <a:p>
          <a:endParaRPr lang="en-US"/>
        </a:p>
      </dgm:t>
    </dgm:pt>
    <dgm:pt modelId="{9E863B1D-DBBF-9E42-8472-12CC47C46183}">
      <dgm:prSet custT="1"/>
      <dgm:spPr/>
      <dgm:t>
        <a:bodyPr/>
        <a:lstStyle/>
        <a:p>
          <a:r>
            <a:rPr lang="en-US" sz="15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atomic mass spectroscopy</a:t>
          </a:r>
        </a:p>
      </dgm:t>
    </dgm:pt>
    <dgm:pt modelId="{EC4F28BA-42A5-DA44-A6FC-2708751FCFB6}" type="parTrans" cxnId="{8F2D8969-B38C-4A4C-A5D8-CA6D0B2D6DF6}">
      <dgm:prSet/>
      <dgm:spPr/>
      <dgm:t>
        <a:bodyPr/>
        <a:lstStyle/>
        <a:p>
          <a:endParaRPr lang="en-US"/>
        </a:p>
      </dgm:t>
    </dgm:pt>
    <dgm:pt modelId="{F5411234-09CB-9E48-84E2-5BA8B804F5E6}" type="sibTrans" cxnId="{8F2D8969-B38C-4A4C-A5D8-CA6D0B2D6DF6}">
      <dgm:prSet/>
      <dgm:spPr/>
      <dgm:t>
        <a:bodyPr/>
        <a:lstStyle/>
        <a:p>
          <a:endParaRPr lang="en-US"/>
        </a:p>
      </dgm:t>
    </dgm:pt>
    <dgm:pt modelId="{C302B685-8B99-0643-AFFF-F1141C7A247B}">
      <dgm:prSet custT="1"/>
      <dgm:spPr/>
      <dgm:t>
        <a:bodyPr/>
        <a:lstStyle/>
        <a:p>
          <a:r>
            <a:rPr lang="en-US"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measured radiocarbon age (BP)</a:t>
          </a:r>
        </a:p>
      </dgm:t>
    </dgm:pt>
    <dgm:pt modelId="{1BB7FA07-710D-444E-881A-C98438525DEA}" type="parTrans" cxnId="{44F0D99D-00F3-084B-80E4-1C618961456C}">
      <dgm:prSet/>
      <dgm:spPr/>
      <dgm:t>
        <a:bodyPr/>
        <a:lstStyle/>
        <a:p>
          <a:endParaRPr lang="en-US"/>
        </a:p>
      </dgm:t>
    </dgm:pt>
    <dgm:pt modelId="{F5C8555C-DB1D-474E-9862-AE376D510844}" type="sibTrans" cxnId="{44F0D99D-00F3-084B-80E4-1C618961456C}">
      <dgm:prSet/>
      <dgm:spPr/>
      <dgm:t>
        <a:bodyPr/>
        <a:lstStyle/>
        <a:p>
          <a:endParaRPr lang="en-US"/>
        </a:p>
      </dgm:t>
    </dgm:pt>
    <dgm:pt modelId="{8056CBF2-72B4-0E40-A4C5-9A9E9940D303}" type="pres">
      <dgm:prSet presAssocID="{0622CC55-652F-0F49-9DD0-D10F4E427245}" presName="Name0" presStyleCnt="0">
        <dgm:presLayoutVars>
          <dgm:dir/>
          <dgm:animLvl val="lvl"/>
          <dgm:resizeHandles val="exact"/>
        </dgm:presLayoutVars>
      </dgm:prSet>
      <dgm:spPr/>
    </dgm:pt>
    <dgm:pt modelId="{896991ED-6577-A741-8CDF-A6C26A54FD83}" type="pres">
      <dgm:prSet presAssocID="{9E9CC50F-E518-F84F-B32A-455891D9DB8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699982EE-72D9-1F48-9E48-49C104ACAA53}" type="pres">
      <dgm:prSet presAssocID="{6B14FF89-4AF4-5245-AD21-F8AEDDBC0F63}" presName="parTxOnlySpace" presStyleCnt="0"/>
      <dgm:spPr/>
    </dgm:pt>
    <dgm:pt modelId="{950D7DCB-A97B-2147-8316-A60F880DD2D1}" type="pres">
      <dgm:prSet presAssocID="{FEA32CE6-DB7B-7141-9D0B-90CDB64F15A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3432792B-9772-E94B-AFCF-B972A8679FD1}" type="pres">
      <dgm:prSet presAssocID="{709DAAC4-90A3-AC4E-8328-361A5C03A511}" presName="parTxOnlySpace" presStyleCnt="0"/>
      <dgm:spPr/>
    </dgm:pt>
    <dgm:pt modelId="{2176E60C-AE5A-5041-8760-38FCD91642D5}" type="pres">
      <dgm:prSet presAssocID="{5E53E07F-BF1B-3741-AF6A-A218BBC1D5BF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7CC04C96-16BD-1B4E-8181-1844BE427BAB}" type="pres">
      <dgm:prSet presAssocID="{6285DEEF-98B7-734E-8C0B-3898C72CE8B1}" presName="parTxOnlySpace" presStyleCnt="0"/>
      <dgm:spPr/>
    </dgm:pt>
    <dgm:pt modelId="{8C01726D-569B-A640-BC1D-271B84EDD6B3}" type="pres">
      <dgm:prSet presAssocID="{9E863B1D-DBBF-9E42-8472-12CC47C46183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1164216-441A-7C48-AB2D-C9BE8B80DAF7}" type="pres">
      <dgm:prSet presAssocID="{F5411234-09CB-9E48-84E2-5BA8B804F5E6}" presName="parTxOnlySpace" presStyleCnt="0"/>
      <dgm:spPr/>
    </dgm:pt>
    <dgm:pt modelId="{E208BC58-74DD-2A43-8CAE-74A35F347658}" type="pres">
      <dgm:prSet presAssocID="{C302B685-8B99-0643-AFFF-F1141C7A247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911BD516-2EE8-1D4E-891A-FA1D9590A9B5}" srcId="{0622CC55-652F-0F49-9DD0-D10F4E427245}" destId="{9E9CC50F-E518-F84F-B32A-455891D9DB83}" srcOrd="0" destOrd="0" parTransId="{3D4EF982-F0FC-D640-A770-F715F11BFC81}" sibTransId="{6B14FF89-4AF4-5245-AD21-F8AEDDBC0F63}"/>
    <dgm:cxn modelId="{CFD2811C-6C5D-1E4A-8029-1E673A609D67}" type="presOf" srcId="{0622CC55-652F-0F49-9DD0-D10F4E427245}" destId="{8056CBF2-72B4-0E40-A4C5-9A9E9940D303}" srcOrd="0" destOrd="0" presId="urn:microsoft.com/office/officeart/2005/8/layout/chevron1"/>
    <dgm:cxn modelId="{45F93C49-9E03-A54C-BB18-C98ABD8B27CE}" type="presOf" srcId="{FEA32CE6-DB7B-7141-9D0B-90CDB64F15AD}" destId="{950D7DCB-A97B-2147-8316-A60F880DD2D1}" srcOrd="0" destOrd="0" presId="urn:microsoft.com/office/officeart/2005/8/layout/chevron1"/>
    <dgm:cxn modelId="{622C6649-3921-B242-A3BA-F60EFFCC39C0}" srcId="{0622CC55-652F-0F49-9DD0-D10F4E427245}" destId="{5E53E07F-BF1B-3741-AF6A-A218BBC1D5BF}" srcOrd="2" destOrd="0" parTransId="{82D070B7-0779-9B4C-9DDD-6C045C613E90}" sibTransId="{6285DEEF-98B7-734E-8C0B-3898C72CE8B1}"/>
    <dgm:cxn modelId="{8F2D8969-B38C-4A4C-A5D8-CA6D0B2D6DF6}" srcId="{0622CC55-652F-0F49-9DD0-D10F4E427245}" destId="{9E863B1D-DBBF-9E42-8472-12CC47C46183}" srcOrd="3" destOrd="0" parTransId="{EC4F28BA-42A5-DA44-A6FC-2708751FCFB6}" sibTransId="{F5411234-09CB-9E48-84E2-5BA8B804F5E6}"/>
    <dgm:cxn modelId="{906B2676-72A8-0C4F-AD97-9C01159C31C7}" type="presOf" srcId="{9E863B1D-DBBF-9E42-8472-12CC47C46183}" destId="{8C01726D-569B-A640-BC1D-271B84EDD6B3}" srcOrd="0" destOrd="0" presId="urn:microsoft.com/office/officeart/2005/8/layout/chevron1"/>
    <dgm:cxn modelId="{65031F82-D79C-E042-BCB9-2CED4F78A641}" type="presOf" srcId="{5E53E07F-BF1B-3741-AF6A-A218BBC1D5BF}" destId="{2176E60C-AE5A-5041-8760-38FCD91642D5}" srcOrd="0" destOrd="0" presId="urn:microsoft.com/office/officeart/2005/8/layout/chevron1"/>
    <dgm:cxn modelId="{44F0D99D-00F3-084B-80E4-1C618961456C}" srcId="{0622CC55-652F-0F49-9DD0-D10F4E427245}" destId="{C302B685-8B99-0643-AFFF-F1141C7A247B}" srcOrd="4" destOrd="0" parTransId="{1BB7FA07-710D-444E-881A-C98438525DEA}" sibTransId="{F5C8555C-DB1D-474E-9862-AE376D510844}"/>
    <dgm:cxn modelId="{A54603AD-04CD-6142-BFC4-E03F4BF895DD}" type="presOf" srcId="{9E9CC50F-E518-F84F-B32A-455891D9DB83}" destId="{896991ED-6577-A741-8CDF-A6C26A54FD83}" srcOrd="0" destOrd="0" presId="urn:microsoft.com/office/officeart/2005/8/layout/chevron1"/>
    <dgm:cxn modelId="{DB1658B5-8168-C842-8BCF-B3A3BCCA9FA9}" type="presOf" srcId="{C302B685-8B99-0643-AFFF-F1141C7A247B}" destId="{E208BC58-74DD-2A43-8CAE-74A35F347658}" srcOrd="0" destOrd="0" presId="urn:microsoft.com/office/officeart/2005/8/layout/chevron1"/>
    <dgm:cxn modelId="{F5BE91EC-CD81-5549-B112-4D7BB27BED7D}" srcId="{0622CC55-652F-0F49-9DD0-D10F4E427245}" destId="{FEA32CE6-DB7B-7141-9D0B-90CDB64F15AD}" srcOrd="1" destOrd="0" parTransId="{3D048670-725D-3C49-B12D-40A64DDD6EEB}" sibTransId="{709DAAC4-90A3-AC4E-8328-361A5C03A511}"/>
    <dgm:cxn modelId="{717FBF62-4C4E-0D45-92B5-133E4BA690AE}" type="presParOf" srcId="{8056CBF2-72B4-0E40-A4C5-9A9E9940D303}" destId="{896991ED-6577-A741-8CDF-A6C26A54FD83}" srcOrd="0" destOrd="0" presId="urn:microsoft.com/office/officeart/2005/8/layout/chevron1"/>
    <dgm:cxn modelId="{E1215EB7-73B3-A04A-A3A9-7188AD4F010F}" type="presParOf" srcId="{8056CBF2-72B4-0E40-A4C5-9A9E9940D303}" destId="{699982EE-72D9-1F48-9E48-49C104ACAA53}" srcOrd="1" destOrd="0" presId="urn:microsoft.com/office/officeart/2005/8/layout/chevron1"/>
    <dgm:cxn modelId="{46757A93-02DD-A94F-99A8-322796ED8BB0}" type="presParOf" srcId="{8056CBF2-72B4-0E40-A4C5-9A9E9940D303}" destId="{950D7DCB-A97B-2147-8316-A60F880DD2D1}" srcOrd="2" destOrd="0" presId="urn:microsoft.com/office/officeart/2005/8/layout/chevron1"/>
    <dgm:cxn modelId="{DA75DD07-C145-C040-8410-FD39AD63E1D2}" type="presParOf" srcId="{8056CBF2-72B4-0E40-A4C5-9A9E9940D303}" destId="{3432792B-9772-E94B-AFCF-B972A8679FD1}" srcOrd="3" destOrd="0" presId="urn:microsoft.com/office/officeart/2005/8/layout/chevron1"/>
    <dgm:cxn modelId="{CE20EA29-EEA4-A843-B55B-0864612D3412}" type="presParOf" srcId="{8056CBF2-72B4-0E40-A4C5-9A9E9940D303}" destId="{2176E60C-AE5A-5041-8760-38FCD91642D5}" srcOrd="4" destOrd="0" presId="urn:microsoft.com/office/officeart/2005/8/layout/chevron1"/>
    <dgm:cxn modelId="{CE7EC385-CA98-CC43-9688-DA146FCB4BFE}" type="presParOf" srcId="{8056CBF2-72B4-0E40-A4C5-9A9E9940D303}" destId="{7CC04C96-16BD-1B4E-8181-1844BE427BAB}" srcOrd="5" destOrd="0" presId="urn:microsoft.com/office/officeart/2005/8/layout/chevron1"/>
    <dgm:cxn modelId="{70CBB91A-83B7-9048-8D09-D57AE663755C}" type="presParOf" srcId="{8056CBF2-72B4-0E40-A4C5-9A9E9940D303}" destId="{8C01726D-569B-A640-BC1D-271B84EDD6B3}" srcOrd="6" destOrd="0" presId="urn:microsoft.com/office/officeart/2005/8/layout/chevron1"/>
    <dgm:cxn modelId="{AD4EBE4D-2B8E-DB41-9FF4-6F0B2E1C29A6}" type="presParOf" srcId="{8056CBF2-72B4-0E40-A4C5-9A9E9940D303}" destId="{91164216-441A-7C48-AB2D-C9BE8B80DAF7}" srcOrd="7" destOrd="0" presId="urn:microsoft.com/office/officeart/2005/8/layout/chevron1"/>
    <dgm:cxn modelId="{66791156-DAE8-8346-8C82-27274AADCAF9}" type="presParOf" srcId="{8056CBF2-72B4-0E40-A4C5-9A9E9940D303}" destId="{E208BC58-74DD-2A43-8CAE-74A35F347658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991ED-6577-A741-8CDF-A6C26A54FD83}">
      <dsp:nvSpPr>
        <dsp:cNvPr id="0" name=""/>
        <dsp:cNvSpPr/>
      </dsp:nvSpPr>
      <dsp:spPr>
        <a:xfrm>
          <a:off x="2622" y="2242454"/>
          <a:ext cx="2333921" cy="933568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pretreatment</a:t>
          </a:r>
        </a:p>
      </dsp:txBody>
      <dsp:txXfrm>
        <a:off x="469406" y="2242454"/>
        <a:ext cx="1400353" cy="933568"/>
      </dsp:txXfrm>
    </dsp:sp>
    <dsp:sp modelId="{950D7DCB-A97B-2147-8316-A60F880DD2D1}">
      <dsp:nvSpPr>
        <dsp:cNvPr id="0" name=""/>
        <dsp:cNvSpPr/>
      </dsp:nvSpPr>
      <dsp:spPr>
        <a:xfrm>
          <a:off x="2103151" y="2242454"/>
          <a:ext cx="2333921" cy="933568"/>
        </a:xfrm>
        <a:prstGeom prst="chevron">
          <a:avLst/>
        </a:prstGeom>
        <a:solidFill>
          <a:schemeClr val="accent1">
            <a:shade val="80000"/>
            <a:hueOff val="87321"/>
            <a:satOff val="-1564"/>
            <a:lumOff val="66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combustion to CO</a:t>
          </a:r>
          <a:r>
            <a:rPr lang="en-US" sz="1500" kern="1200" baseline="-250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2</a:t>
          </a:r>
        </a:p>
      </dsp:txBody>
      <dsp:txXfrm>
        <a:off x="2569935" y="2242454"/>
        <a:ext cx="1400353" cy="933568"/>
      </dsp:txXfrm>
    </dsp:sp>
    <dsp:sp modelId="{2176E60C-AE5A-5041-8760-38FCD91642D5}">
      <dsp:nvSpPr>
        <dsp:cNvPr id="0" name=""/>
        <dsp:cNvSpPr/>
      </dsp:nvSpPr>
      <dsp:spPr>
        <a:xfrm>
          <a:off x="4203680" y="2242454"/>
          <a:ext cx="2333921" cy="933568"/>
        </a:xfrm>
        <a:prstGeom prst="chevron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graphitization</a:t>
          </a:r>
        </a:p>
      </dsp:txBody>
      <dsp:txXfrm>
        <a:off x="4670464" y="2242454"/>
        <a:ext cx="1400353" cy="933568"/>
      </dsp:txXfrm>
    </dsp:sp>
    <dsp:sp modelId="{8C01726D-569B-A640-BC1D-271B84EDD6B3}">
      <dsp:nvSpPr>
        <dsp:cNvPr id="0" name=""/>
        <dsp:cNvSpPr/>
      </dsp:nvSpPr>
      <dsp:spPr>
        <a:xfrm>
          <a:off x="6304209" y="2242454"/>
          <a:ext cx="2333921" cy="933568"/>
        </a:xfrm>
        <a:prstGeom prst="chevron">
          <a:avLst/>
        </a:prstGeom>
        <a:solidFill>
          <a:schemeClr val="accent1">
            <a:shade val="80000"/>
            <a:hueOff val="261962"/>
            <a:satOff val="-4692"/>
            <a:lumOff val="199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n>
                <a:noFill/>
              </a:ln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rPr>
            <a:t>atomic mass spectroscopy</a:t>
          </a:r>
        </a:p>
      </dsp:txBody>
      <dsp:txXfrm>
        <a:off x="6770993" y="2242454"/>
        <a:ext cx="1400353" cy="933568"/>
      </dsp:txXfrm>
    </dsp:sp>
    <dsp:sp modelId="{E208BC58-74DD-2A43-8CAE-74A35F347658}">
      <dsp:nvSpPr>
        <dsp:cNvPr id="0" name=""/>
        <dsp:cNvSpPr/>
      </dsp:nvSpPr>
      <dsp:spPr>
        <a:xfrm>
          <a:off x="8404738" y="2242454"/>
          <a:ext cx="2333921" cy="933568"/>
        </a:xfrm>
        <a:prstGeom prst="chevron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measured radiocarbon age (BP)</a:t>
          </a:r>
        </a:p>
      </dsp:txBody>
      <dsp:txXfrm>
        <a:off x="8871522" y="2242454"/>
        <a:ext cx="1400353" cy="933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245A-883E-CA88-51A5-F988DA94C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665D4-5CA4-FC13-0C9E-ECE0FCA2C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C2F2-98B5-7282-BC37-143C7A23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C3505-101D-2416-044F-0C1064F95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6127-5781-234D-0301-C5676D20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1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BF50-8F51-FF6C-0978-18B18405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05884-B7BE-3899-1FFD-D1FF93610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BE4E0-5678-E503-0983-ADDD3231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A31FD-6595-737A-CC5E-CE61F315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90DE2-6419-683B-F155-46A4CC6C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0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BA22-A6CB-5ECA-6C35-B06CA8B1C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959E1-96B9-634F-29DF-8A261BA6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5F90D-3F15-FFF5-CC0C-222C9BC6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B1647-A7A6-9BFD-2103-F575CABA5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A16F1-E238-DD7E-585F-51EF00ED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4DB9-0B04-B8CC-6884-67143D53F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BEC5C-4277-2382-A31C-2CC0DA9E1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E3327-9618-FBCE-FA5A-9492B96B9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4F5C3-D072-DEA5-2576-E3AC6602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BED22-6C73-396F-648D-5046289E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B81EC-4376-06D7-9462-D4442A1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68B1-039D-B253-65BD-9BD1D787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53618-5FDC-4F72-939C-DAE4BABE6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62F0E-40D1-8B5D-EB1B-D060681C2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B85AA-922A-6C34-BC2C-87CDCDFD5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3522E-7F30-13BD-FE02-9A10A116E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3BB69-3894-5116-2376-22930A0D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050EB-41B9-5908-8509-B9C1FF7A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E48D6-7886-BE39-F5D4-E6057AF1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0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5017-A0FD-33D0-F6CD-56F3566B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8B73B2-3352-94FA-3A9A-27B765C6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B4488-DBFE-2954-3AF9-67ED3C99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67633-3593-7651-A6D5-93E308D5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7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8C7AA-E25B-0ABB-C243-94718518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DD8C09-4187-FCD4-BD70-58570F02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B993B-4E56-FB69-58A3-8705F27C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6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0DD5-30BD-5979-47B8-B6CC2C94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7840-F3FC-B61F-6166-71914DE1F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8031E-E09A-1656-25A9-475CAECCF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DC8E0-FD3B-E385-6084-A9F250B5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CF527-6C8B-EEAA-93F4-9E4DF0E8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938B9-0434-BC78-E136-A9DEA455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1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0BF3-EC81-57E4-5CC6-9E6383BA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D1D9DD-038B-3727-06DF-B6DD93235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7B71D-876F-D75F-B4A4-3AE0B5FA3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A8346-83B3-2487-FB7A-5A81A0D3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62A34-3359-9D74-74BE-8DE01E50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A121-E074-0DFF-7F56-8298B51C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80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5B67-7E2B-0BAA-4B37-65968BCA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FE480-577A-4308-EAD1-EF1921119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DE893-3C20-7779-9BE9-34AF55223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00767-8B3A-7F2A-0B7F-D1E68D98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23D06-57B4-8C82-847E-706C6958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5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4438C-B095-996A-1777-4504992C9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51327-26E4-26EC-1497-285E0F71A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C58E-BBA0-7ADF-18FE-934ABE86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2AFDB-D760-5D05-DD85-61DEF7B7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A6F39-1965-5F3E-25CB-6FFED3E5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2FE60-DC97-0793-34B7-2E7BCB86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077E-8C3C-04C7-C9A6-C4A6061C8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F959F-6311-0B06-0063-918A8AD17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F4D1A-A8B9-3449-A62D-5B8384BBF056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76E5E-ACFE-2321-D986-51F86F037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1F5CB-6073-2F44-27F3-589C632C6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3CC59-9DDC-EC43-BC5A-79E0596A5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7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0DBE943-44AC-94A4-9852-D0C903DDCDD3}"/>
              </a:ext>
            </a:extLst>
          </p:cNvPr>
          <p:cNvGraphicFramePr/>
          <p:nvPr/>
        </p:nvGraphicFramePr>
        <p:xfrm>
          <a:off x="558630" y="719762"/>
          <a:ext cx="10741282" cy="5418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7090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Alexander Contreras</dc:creator>
  <cp:lastModifiedBy>Daniel Alexander Contreras</cp:lastModifiedBy>
  <cp:revision>1</cp:revision>
  <dcterms:created xsi:type="dcterms:W3CDTF">2026-02-15T10:31:44Z</dcterms:created>
  <dcterms:modified xsi:type="dcterms:W3CDTF">2026-02-15T10:32:14Z</dcterms:modified>
</cp:coreProperties>
</file>